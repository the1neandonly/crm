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143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insight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announcement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linkedin-posts-01-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5728" y="1104900"/>
            <a:ext cx="4309872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6337FF"/>
                </a:solidFill>
                <a:latin typeface="Manrope"/>
              </a:rP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38500"/>
            <a:ext cx="10668000" cy="37671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416"/>
              </a:lnSpc>
            </a:pPr>
            <a:r>
              <a:rPr b="1" sz="7200" spc="-216">
                <a:solidFill>
                  <a:srgbClr val="24242B"/>
                </a:solidFill>
                <a:latin typeface="Syne"/>
              </a:rPr>
              <a:t>Une marque claire se vend </a:t>
            </a:r>
            <a:r>
              <a:rPr b="1" sz="7200" spc="-216">
                <a:solidFill>
                  <a:srgbClr val="6337FF"/>
                </a:solidFill>
                <a:latin typeface="Syne"/>
              </a:rPr>
              <a:t>deux fois</a:t>
            </a:r>
            <a:r>
              <a:rPr b="1" sz="7200" spc="-216">
                <a:solidFill>
                  <a:srgbClr val="24242B"/>
                </a:solidFill>
                <a:latin typeface="Syne"/>
              </a:rPr>
              <a:t> mieux qu’une marque floue.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0125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24242B"/>
                </a:solidFill>
                <a:latin typeface="Manrope"/>
              </a:rPr>
              <a:t>Prénom Nom · Founder &amp; Creative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linkedin-posts-02-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143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43000"/>
            <a:ext cx="640080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D2FF5A"/>
                </a:solidFill>
                <a:latin typeface="Manrope"/>
              </a:rPr>
              <a:t>ANNOUNCEMENT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5000"/>
            <a:ext cx="7467600" cy="476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500"/>
              </a:lnSpc>
            </a:pPr>
            <a:r>
              <a:rPr b="1" sz="7500" spc="-225">
                <a:solidFill>
                  <a:srgbClr val="FFFFFF"/>
                </a:solidFill>
                <a:latin typeface="Syne"/>
              </a:rPr>
              <a:t>Beyna Agency ouvre ses portes à Oran.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