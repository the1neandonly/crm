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Reel tips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Reel BTS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Reel case study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reel-covers-01-t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5334000"/>
            <a:ext cx="8534400" cy="438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2550" spc="663">
                <a:solidFill>
                  <a:srgbClr val="D2FF5A"/>
                </a:solidFill>
                <a:latin typeface="Manrope"/>
              </a:rPr>
              <a:t>TIP #01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6096000"/>
            <a:ext cx="9601200" cy="39201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290"/>
              </a:lnSpc>
            </a:pPr>
            <a:r>
              <a:rPr b="1" sz="10500" spc="-315">
                <a:solidFill>
                  <a:srgbClr val="FFFFFF"/>
                </a:solidFill>
                <a:latin typeface="Syne"/>
              </a:rPr>
              <a:t>Le titre de votre astuce ici.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reel-covers-02-behind-the-sc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5334000"/>
            <a:ext cx="8534400" cy="438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2550" spc="663">
                <a:solidFill>
                  <a:srgbClr val="D2FF5A"/>
                </a:solidFill>
                <a:latin typeface="Manrope"/>
              </a:rPr>
              <a:t>COULISSES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6096000"/>
            <a:ext cx="9601200" cy="2800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025"/>
              </a:lnSpc>
            </a:pPr>
            <a:r>
              <a:rPr b="1" sz="11250" spc="-337">
                <a:solidFill>
                  <a:srgbClr val="FFFFFF"/>
                </a:solidFill>
                <a:latin typeface="Syne"/>
              </a:rPr>
              <a:t>Behind the scenes.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reel-covers-03-case-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5334000"/>
            <a:ext cx="8534400" cy="438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2550" spc="663">
                <a:solidFill>
                  <a:srgbClr val="6337FF"/>
                </a:solidFill>
                <a:latin typeface="Manrope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6096000"/>
            <a:ext cx="9601200" cy="2800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025"/>
              </a:lnSpc>
            </a:pPr>
            <a:r>
              <a:rPr b="1" sz="11250" spc="-337">
                <a:solidFill>
                  <a:srgbClr val="24242B"/>
                </a:solidFill>
                <a:latin typeface="Syne"/>
              </a:rPr>
              <a:t>Nom du client.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