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link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facebook-posts-01-link-1200x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000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19250"/>
            <a:ext cx="11094720" cy="10827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26"/>
              </a:lnSpc>
            </a:pPr>
            <a:r>
              <a:rPr b="1" sz="8700" spc="-261">
                <a:solidFill>
                  <a:srgbClr val="FFFFFF"/>
                </a:solidFill>
                <a:latin typeface="Syne"/>
              </a:rPr>
              <a:t>Make it </a:t>
            </a:r>
            <a:r>
              <a:rPr b="1" sz="8700" spc="-261">
                <a:solidFill>
                  <a:srgbClr val="D2FF5A"/>
                </a:solidFill>
                <a:latin typeface="Syne"/>
              </a:rPr>
              <a:t>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43250"/>
            <a:ext cx="8534400" cy="4418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79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L’évidence, par le design. — beyna.agency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