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cover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slide 1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slide 2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slide 3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CTA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carousel-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2950" y="2857500"/>
            <a:ext cx="4267200" cy="4457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100"/>
              </a:lnSpc>
            </a:pPr>
            <a:r>
              <a:rPr b="1" sz="39000" spc="-1950">
                <a:solidFill>
                  <a:srgbClr val="D2FF5A"/>
                </a:solidFill>
                <a:latin typeface="Syne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524750"/>
            <a:ext cx="9601200" cy="2628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900"/>
              </a:lnSpc>
            </a:pPr>
            <a:r>
              <a:rPr b="1" sz="6900" spc="-172">
                <a:solidFill>
                  <a:srgbClr val="FFFFFF"/>
                </a:solidFill>
                <a:latin typeface="Syne"/>
              </a:rPr>
              <a:t>erreurs qui rendent votre marque invisible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1620500"/>
            <a:ext cx="42672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650" spc="429">
                <a:solidFill>
                  <a:srgbClr val="FFFFFF"/>
                </a:solidFill>
                <a:latin typeface="Manrope"/>
              </a:rPr>
              <a:t>SWIPE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carousel-02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838200"/>
            <a:ext cx="32004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950" spc="507">
                <a:solidFill>
                  <a:srgbClr val="6337FF"/>
                </a:solidFill>
                <a:latin typeface="Manrope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66944" y="838200"/>
            <a:ext cx="4181856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1" sz="1650" spc="429">
                <a:solidFill>
                  <a:srgbClr val="8A8A96"/>
                </a:solidFill>
                <a:latin typeface="Manrope"/>
              </a:rPr>
              <a:t>1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4953000"/>
            <a:ext cx="9601200" cy="2133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400"/>
              </a:lnSpc>
            </a:pPr>
            <a:r>
              <a:rPr b="1" sz="8400" spc="-252">
                <a:solidFill>
                  <a:srgbClr val="24242B"/>
                </a:solidFill>
                <a:latin typeface="Syne"/>
              </a:rPr>
              <a:t>Un message flou.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7905750"/>
            <a:ext cx="8747760" cy="157430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132"/>
              </a:lnSpc>
            </a:pPr>
            <a:r>
              <a:rPr b="0" sz="2850">
                <a:solidFill>
                  <a:srgbClr val="4A4A55"/>
                </a:solidFill>
                <a:latin typeface="Manrope Medium"/>
              </a:rPr>
              <a:t>Si on ne comprend pas ce que vous vendez en 3 secondes, on passe. Une phrase. Une promesse. Claire.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carousel-02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838200"/>
            <a:ext cx="32004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950" spc="507">
                <a:solidFill>
                  <a:srgbClr val="6337FF"/>
                </a:solidFill>
                <a:latin typeface="Manrope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66944" y="838200"/>
            <a:ext cx="4181856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1" sz="1650" spc="429">
                <a:solidFill>
                  <a:srgbClr val="8A8A96"/>
                </a:solidFill>
                <a:latin typeface="Manrope"/>
              </a:rPr>
              <a:t>2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4953000"/>
            <a:ext cx="9601200" cy="2133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400"/>
              </a:lnSpc>
            </a:pPr>
            <a:r>
              <a:rPr b="1" sz="8400" spc="-252">
                <a:solidFill>
                  <a:srgbClr val="24242B"/>
                </a:solidFill>
                <a:latin typeface="Syne"/>
              </a:rPr>
              <a:t>Des visuels incohérents.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7905750"/>
            <a:ext cx="8747760" cy="104953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132"/>
              </a:lnSpc>
            </a:pPr>
            <a:r>
              <a:rPr b="0" sz="2850">
                <a:solidFill>
                  <a:srgbClr val="4A4A55"/>
                </a:solidFill>
                <a:latin typeface="Manrope Medium"/>
              </a:rPr>
              <a:t>Couleurs, typos, ton : chaque post doit être reconnaissable sans voir le logo.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carousel-02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838200"/>
            <a:ext cx="32004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950" spc="507">
                <a:solidFill>
                  <a:srgbClr val="6337FF"/>
                </a:solidFill>
                <a:latin typeface="Manrope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66944" y="838200"/>
            <a:ext cx="4181856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1" sz="1650" spc="429">
                <a:solidFill>
                  <a:srgbClr val="8A8A96"/>
                </a:solidFill>
                <a:latin typeface="Manrope"/>
              </a:rPr>
              <a:t>3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4953000"/>
            <a:ext cx="9601200" cy="2133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400"/>
              </a:lnSpc>
            </a:pPr>
            <a:r>
              <a:rPr b="1" sz="8400" spc="-252">
                <a:solidFill>
                  <a:srgbClr val="24242B"/>
                </a:solidFill>
                <a:latin typeface="Syne"/>
              </a:rPr>
              <a:t>Aucune mesure.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7905750"/>
            <a:ext cx="8747760" cy="104953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132"/>
              </a:lnSpc>
            </a:pPr>
            <a:r>
              <a:rPr b="0" sz="2850">
                <a:solidFill>
                  <a:srgbClr val="4A4A55"/>
                </a:solidFill>
                <a:latin typeface="Manrope Medium"/>
              </a:rPr>
              <a:t>Sans chiffres, pas de preuve. Fixez un objectif, suivez-le, ajustez chaque mois.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carousel-05-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3143250"/>
            <a:ext cx="9601200" cy="182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200"/>
              </a:lnSpc>
            </a:pPr>
            <a:r>
              <a:rPr b="1" sz="7200" spc="-216">
                <a:solidFill>
                  <a:srgbClr val="FFFFFF"/>
                </a:solidFill>
                <a:latin typeface="Syne"/>
              </a:rPr>
              <a:t>Rendez votre marque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5334000"/>
            <a:ext cx="9601200" cy="23050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rtl="1">
              <a:lnSpc>
                <a:spcPts val="18150"/>
              </a:lnSpc>
            </a:pPr>
            <a:r>
              <a:rPr b="1" sz="16500">
                <a:solidFill>
                  <a:srgbClr val="D2FF5A"/>
                </a:solidFill>
                <a:latin typeface="Readex Pro"/>
                <a:cs typeface="Readex Pro"/>
              </a:rPr>
              <a:t>باينة.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8572500"/>
            <a:ext cx="9601200" cy="4695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97"/>
              </a:lnSpc>
            </a:pPr>
            <a:r>
              <a:rPr b="0" sz="2550">
                <a:solidFill>
                  <a:srgbClr val="FFFFFF"/>
                </a:solidFill>
                <a:latin typeface="Manrope Medium"/>
              </a:rPr>
              <a:t>Écrivez-nous : hello@beyna.agency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66944" y="11811000"/>
            <a:ext cx="4181856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1" sz="1650" spc="429">
                <a:solidFill>
                  <a:srgbClr val="FFFFFF"/>
                </a:solidFill>
                <a:latin typeface="Manrope"/>
              </a:rPr>
              <a:t>SAVE · SHARE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