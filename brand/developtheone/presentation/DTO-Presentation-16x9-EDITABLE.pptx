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figure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columns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619500"/>
            <a:ext cx="960120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4AA3F0"/>
                </a:solidFill>
                <a:latin typeface="Inter"/>
              </a:rP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095750"/>
            <a:ext cx="11734800" cy="224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Montserrat"/>
              </a:rPr>
              <a:t>Titre de la</a:t>
            </a:r>
          </a:p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Montserrat"/>
              </a:rPr>
              <a:t>présentation.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Inter Medium"/>
              </a:rPr>
              <a:t>Nom du client · Mois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0F66B6"/>
                </a:solidFill>
                <a:latin typeface="Inter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28016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89">
                <a:solidFill>
                  <a:srgbClr val="0A0B0D"/>
                </a:solidFill>
                <a:latin typeface="Montserrat"/>
              </a:rPr>
              <a:t>Au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19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0F66B6"/>
                </a:solidFill>
                <a:latin typeface="Inter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3543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0A0B0D"/>
                </a:solidFill>
                <a:latin typeface="Montserrat"/>
              </a:rPr>
              <a:t>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62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0F66B6"/>
                </a:solidFill>
                <a:latin typeface="Inter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686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0A0B0D"/>
                </a:solidFill>
                <a:latin typeface="Montserrat"/>
              </a:rPr>
              <a:t>Notre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05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0F66B6"/>
                </a:solidFill>
                <a:latin typeface="Inte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5829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0A0B0D"/>
                </a:solidFill>
                <a:latin typeface="Montserrat"/>
              </a:rPr>
              <a:t>La stratégie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048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0F66B6"/>
                </a:solidFill>
                <a:latin typeface="Inter Medium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750" y="6972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0A0B0D"/>
                </a:solidFill>
                <a:latin typeface="Montserrat"/>
              </a:rPr>
              <a:t>Le plan d’action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191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0F66B6"/>
                </a:solidFill>
                <a:latin typeface="Inter Medium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8115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0A0B0D"/>
                </a:solidFill>
                <a:latin typeface="Montserrat"/>
              </a:rPr>
              <a:t>Budget &amp;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3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21336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4AA3F0"/>
                </a:solidFill>
                <a:latin typeface="Inte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10000"/>
            <a:ext cx="128016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Montserrat"/>
              </a:rPr>
              <a:t>Titre de</a:t>
            </a:r>
          </a:p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Montserrat"/>
              </a:rPr>
              <a:t>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4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0955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0F66B6"/>
                </a:solidFill>
                <a:latin typeface="Inter"/>
              </a:rPr>
              <a:t>SOUS-TITRE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71750"/>
            <a:ext cx="138684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0A0B0D"/>
                </a:solidFill>
                <a:latin typeface="Montserrat"/>
              </a:rPr>
              <a:t>Titre de la diapositive.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00500"/>
            <a:ext cx="101346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00"/>
              </a:lnSpc>
            </a:pPr>
            <a:r>
              <a:rPr b="0" sz="2250">
                <a:solidFill>
                  <a:srgbClr val="4A4A55"/>
                </a:solidFill>
                <a:latin typeface="Inter Medium"/>
              </a:rPr>
              <a:t>Zone de texte. Une idée par diapositive, des phrases courtes, un chiffre clé en lime sur fond sombre si nécessaire.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5-key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905000"/>
            <a:ext cx="640080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4AA3F0"/>
                </a:solidFill>
                <a:latin typeface="Inter"/>
              </a:rPr>
              <a:t>CHIFFRE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476500"/>
            <a:ext cx="16002000" cy="3547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929"/>
              </a:lnSpc>
            </a:pPr>
            <a:r>
              <a:rPr b="1" sz="28500" spc="-1425">
                <a:solidFill>
                  <a:srgbClr val="4AA3F0"/>
                </a:solidFill>
                <a:latin typeface="Montserrat"/>
              </a:rPr>
              <a:t>+00%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138684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FFFFFF"/>
                </a:solidFill>
                <a:latin typeface="Montserrat"/>
              </a:rPr>
              <a:t>Ce que ce chiffre prouve, en une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6-three-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0F66B6"/>
                </a:solidFill>
                <a:latin typeface="Inter"/>
              </a:rPr>
              <a:t>NOTRE APPROCHE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60020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0A0B0D"/>
                </a:solidFill>
                <a:latin typeface="Montserrat"/>
              </a:rPr>
              <a:t>Trois étapes, un résultat.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0A0B0D"/>
                </a:solidFill>
                <a:latin typeface="Montserrat"/>
              </a:rPr>
              <a:t>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Inter Medium"/>
              </a:rPr>
              <a:t>Décrivez cette étape en deux ou trois lignes.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0A0B0D"/>
                </a:solidFill>
                <a:latin typeface="Montserrat"/>
              </a:rPr>
              <a:t>Créer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Inter Medium"/>
              </a:rPr>
              <a:t>Décrivez cette étape en deux ou trois lignes.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0A0B0D"/>
                </a:solidFill>
                <a:latin typeface="Montserrat"/>
              </a:rPr>
              <a:t>Prouver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Inter Medium"/>
              </a:rPr>
              <a:t>Décrivez cette étape en deux ou trois lignes.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7-thank-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10668000" cy="1866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Montserrat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34000"/>
            <a:ext cx="8534400" cy="2143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/>
            <a:r>
              <a:rPr b="1" sz="9000">
                <a:solidFill>
                  <a:srgbClr val="4AA3F0"/>
                </a:solidFill>
                <a:latin typeface="Cairo"/>
                <a:cs typeface="Cairo"/>
              </a:rPr>
              <a:t>شكراً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810500"/>
            <a:ext cx="14935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Inter Medium"/>
              </a:rPr>
              <a:t>Prénom Nom · hello@developtheone.com · +213 (0) 555 00 00 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