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cover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1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2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slide 3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CTA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4267200" cy="445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100"/>
              </a:lnSpc>
            </a:pPr>
            <a:r>
              <a:rPr b="1" sz="39000" spc="-1950">
                <a:solidFill>
                  <a:srgbClr val="4AA3F0"/>
                </a:solidFill>
                <a:latin typeface="Montserra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524750"/>
            <a:ext cx="9601200" cy="2628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900"/>
              </a:lnSpc>
            </a:pPr>
            <a:r>
              <a:rPr b="1" sz="6900" spc="-172">
                <a:solidFill>
                  <a:srgbClr val="FFFFFF"/>
                </a:solidFill>
                <a:latin typeface="Montserrat"/>
              </a:rPr>
              <a:t>erreurs qui rendent votre marque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426720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FFFFFF"/>
                </a:solidFill>
                <a:latin typeface="Inter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295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0F66B6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Inter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0A0B0D"/>
                </a:solidFill>
                <a:latin typeface="Montserrat"/>
              </a:rPr>
              <a:t>Un message flou.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5743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Inter Medium"/>
              </a:rPr>
              <a:t>Si on ne comprend pas ce que vous vendez en 3 secondes, on passe. Une phrase. Une promesse. Claire.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295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0F66B6"/>
                </a:solidFill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Inter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0A0B0D"/>
                </a:solidFill>
                <a:latin typeface="Montserrat"/>
              </a:rPr>
              <a:t>Des visuels incohérents.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Inter Medium"/>
              </a:rPr>
              <a:t>Couleurs, typos, ton : chaque post doit être reconnaissable sans voir le logo.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38200"/>
            <a:ext cx="3200400" cy="295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950" spc="507">
                <a:solidFill>
                  <a:srgbClr val="0F66B6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83820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8A8A96"/>
                </a:solidFill>
                <a:latin typeface="Inter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953000"/>
            <a:ext cx="9601200" cy="213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b="1" sz="8400" spc="-252">
                <a:solidFill>
                  <a:srgbClr val="0A0B0D"/>
                </a:solidFill>
                <a:latin typeface="Montserrat"/>
              </a:rPr>
              <a:t>Aucune mesure.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905750"/>
            <a:ext cx="8747760" cy="10495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32"/>
              </a:lnSpc>
            </a:pPr>
            <a:r>
              <a:rPr b="0" sz="2850">
                <a:solidFill>
                  <a:srgbClr val="4A4A55"/>
                </a:solidFill>
                <a:latin typeface="Inter Medium"/>
              </a:rPr>
              <a:t>Sans chiffres, pas de preuve. Fixez un objectif, suivez-le, ajustez chaque mois.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carousel-05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14325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</a:pPr>
            <a:r>
              <a:rPr b="1" sz="7200" spc="-216">
                <a:solidFill>
                  <a:srgbClr val="FFFFFF"/>
                </a:solidFill>
                <a:latin typeface="Montserrat"/>
              </a:rPr>
              <a:t>Faites de votre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4AA3F0"/>
                </a:solidFill>
                <a:latin typeface="Montserrat"/>
              </a:rPr>
              <a:t>la référence.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572500"/>
            <a:ext cx="96012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Inter Medium"/>
              </a:rPr>
              <a:t>Écrivez-nous : hello@developtheone.com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6944" y="1181100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FFFFFF"/>
                </a:solidFill>
                <a:latin typeface="Inter"/>
              </a:rPr>
              <a:t>SAVE ·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