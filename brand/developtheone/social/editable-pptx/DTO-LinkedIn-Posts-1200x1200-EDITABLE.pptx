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143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insight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announcement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1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5728" y="1104900"/>
            <a:ext cx="4309872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0F66B6"/>
                </a:solidFill>
                <a:latin typeface="Inter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38500"/>
            <a:ext cx="10668000" cy="37671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416"/>
              </a:lnSpc>
            </a:pPr>
            <a:r>
              <a:rPr b="1" sz="7200" spc="-216">
                <a:solidFill>
                  <a:srgbClr val="0A0B0D"/>
                </a:solidFill>
                <a:latin typeface="Montserrat"/>
              </a:rPr>
              <a:t>On ne développe pas une marque de plus. On développe </a:t>
            </a:r>
            <a:r>
              <a:rPr b="1" sz="7200" spc="-216">
                <a:solidFill>
                  <a:srgbClr val="0F66B6"/>
                </a:solidFill>
                <a:latin typeface="Montserrat"/>
              </a:rPr>
              <a:t>la référence</a:t>
            </a:r>
            <a:r>
              <a:rPr b="1" sz="7200" spc="-216">
                <a:solidFill>
                  <a:srgbClr val="0A0B0D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0125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0A0B0D"/>
                </a:solidFill>
                <a:latin typeface="Inter"/>
              </a:rPr>
              <a:t>Prénom Nom · Founder &amp;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2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43000"/>
            <a:ext cx="6400800" cy="276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4AA3F0"/>
                </a:solidFill>
                <a:latin typeface="Inter"/>
              </a:rPr>
              <a:t>ANNOUNCEMENT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5000"/>
            <a:ext cx="7467600" cy="381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00"/>
              </a:lnSpc>
            </a:pPr>
            <a:r>
              <a:rPr b="1" sz="7500" spc="-225">
                <a:solidFill>
                  <a:srgbClr val="FFFFFF"/>
                </a:solidFill>
                <a:latin typeface="Montserrat"/>
              </a:rPr>
              <a:t>DevelopTheOne : votre marque, version n°1.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