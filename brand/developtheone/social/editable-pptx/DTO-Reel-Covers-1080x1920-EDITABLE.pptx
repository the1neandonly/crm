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Reel tips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Reel BTS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Reel case study — edit the text boxes; the background is a picture. Fonts: install Montserrat, Inter, Cairo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reel-covers-01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334000"/>
            <a:ext cx="85344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550" spc="663">
                <a:solidFill>
                  <a:srgbClr val="4AA3F0"/>
                </a:solidFill>
                <a:latin typeface="Inter"/>
              </a:rPr>
              <a:t>TIP #01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39201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0290"/>
              </a:lnSpc>
            </a:pPr>
            <a:r>
              <a:rPr b="1" sz="10500" spc="-315">
                <a:solidFill>
                  <a:srgbClr val="FFFFFF"/>
                </a:solidFill>
                <a:latin typeface="Montserrat"/>
              </a:rPr>
              <a:t>Le titre de votre astuce ici.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reel-covers-02-behind-the-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334000"/>
            <a:ext cx="85344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550" spc="663">
                <a:solidFill>
                  <a:srgbClr val="4AA3F0"/>
                </a:solidFill>
                <a:latin typeface="Inter"/>
              </a:rPr>
              <a:t>COULISSES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Montserrat"/>
              </a:rPr>
              <a:t>Behind the scenes.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reel-covers-03-case-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334000"/>
            <a:ext cx="8534400" cy="3905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2550" spc="663">
                <a:solidFill>
                  <a:srgbClr val="0F66B6"/>
                </a:solidFill>
                <a:latin typeface="Inter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6096000"/>
            <a:ext cx="96012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0A0B0D"/>
                </a:solidFill>
                <a:latin typeface="Montserrat"/>
              </a:rPr>
              <a:t>Nom du client.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