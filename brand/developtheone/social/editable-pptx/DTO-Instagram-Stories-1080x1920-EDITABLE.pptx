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new post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question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offer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link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testimonial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countdown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code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1-new-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6096000"/>
            <a:ext cx="9601200" cy="3733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Montserrat"/>
              </a:rPr>
              <a:t>Nouveau</a:t>
            </a:r>
          </a:p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Montserrat"/>
              </a:rPr>
              <a:t>post.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0572750"/>
            <a:ext cx="8534400" cy="6076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784"/>
              </a:lnSpc>
            </a:pPr>
            <a:r>
              <a:rPr b="0" sz="3300">
                <a:solidFill>
                  <a:srgbClr val="FFFFFF"/>
                </a:solidFill>
                <a:latin typeface="Inter Medium"/>
              </a:rPr>
              <a:t>Le titre de votre publication s’écrit ici.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904" y="13335000"/>
            <a:ext cx="3350508" cy="803671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4A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21005" rIns="421005" tIns="0" bIns="0"/>
          <a:lstStyle/>
          <a:p>
            <a:pPr algn="ctr"/>
            <a:r>
              <a:rPr b="1" sz="2550">
                <a:solidFill>
                  <a:srgbClr val="4AA3F0"/>
                </a:solidFill>
                <a:latin typeface="Inter"/>
              </a:rPr>
              <a:t>Voir le post 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2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953000"/>
            <a:ext cx="960120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00"/>
              </a:lnSpc>
            </a:pPr>
            <a:r>
              <a:rPr b="1" sz="9600" spc="-288">
                <a:solidFill>
                  <a:srgbClr val="FFFFFF"/>
                </a:solidFill>
                <a:latin typeface="Montserrat"/>
              </a:rPr>
              <a:t>Une question sur votre </a:t>
            </a:r>
            <a:r>
              <a:rPr b="1" sz="9600" spc="-288">
                <a:solidFill>
                  <a:srgbClr val="4AA3F0"/>
                </a:solidFill>
                <a:latin typeface="Montserrat"/>
              </a:rPr>
              <a:t>marque</a:t>
            </a:r>
            <a:r>
              <a:rPr b="1" sz="9600" spc="-288">
                <a:solidFill>
                  <a:srgbClr val="FFFFFF"/>
                </a:solidFill>
                <a:latin typeface="Montserrat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3-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953000"/>
            <a:ext cx="85344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100" spc="546">
                <a:solidFill>
                  <a:srgbClr val="0F66B6"/>
                </a:solidFill>
                <a:latin typeface="Inter"/>
              </a:rPr>
              <a:t>OFFRE DE 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619750"/>
            <a:ext cx="9601200" cy="420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0A0B0D"/>
                </a:solidFill>
                <a:latin typeface="Montserrat"/>
              </a:rPr>
              <a:t>Audit de marque offert.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287000"/>
            <a:ext cx="91744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00"/>
              </a:lnSpc>
            </a:pPr>
            <a:r>
              <a:rPr b="0" sz="3000">
                <a:solidFill>
                  <a:srgbClr val="0A0B0D"/>
                </a:solidFill>
                <a:latin typeface="Inter Medium"/>
              </a:rPr>
              <a:t>Pour les 10 premières entreprises.</a:t>
            </a:r>
          </a:p>
          <a:p>
            <a:pPr algn="l">
              <a:lnSpc>
                <a:spcPts val="4500"/>
              </a:lnSpc>
            </a:pPr>
            <a:r>
              <a:rPr b="0" sz="3000">
                <a:solidFill>
                  <a:srgbClr val="0A0B0D"/>
                </a:solidFill>
                <a:latin typeface="Inter Medium"/>
              </a:rPr>
              <a:t>Offre à adapter.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893" y="13335000"/>
            <a:ext cx="4934738" cy="85338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 w="28575">
            <a:solidFill>
              <a:srgbClr val="0A0B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45770" rIns="445770" tIns="0" bIns="0"/>
          <a:lstStyle/>
          <a:p>
            <a:pPr algn="ctr"/>
            <a:r>
              <a:rPr b="1" sz="2700">
                <a:solidFill>
                  <a:srgbClr val="4AA3F0"/>
                </a:solidFill>
                <a:latin typeface="Inter"/>
              </a:rPr>
              <a:t>Réservez maintenant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4-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9715500"/>
            <a:ext cx="9601200" cy="24642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702"/>
              </a:lnSpc>
            </a:pPr>
            <a:r>
              <a:rPr b="1" sz="9900" spc="-297">
                <a:solidFill>
                  <a:srgbClr val="FFFFFF"/>
                </a:solidFill>
                <a:latin typeface="Montserrat"/>
              </a:rPr>
              <a:t>Ready to be</a:t>
            </a:r>
          </a:p>
          <a:p>
            <a:pPr algn="l">
              <a:lnSpc>
                <a:spcPts val="9702"/>
              </a:lnSpc>
            </a:pPr>
            <a:r>
              <a:rPr b="1" sz="9900" spc="-297">
                <a:solidFill>
                  <a:srgbClr val="4AA3F0"/>
                </a:solidFill>
                <a:latin typeface="Montserrat"/>
              </a:rPr>
              <a:t>the 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2668250"/>
            <a:ext cx="85344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FFFFFF"/>
                </a:solidFill>
                <a:latin typeface="Inter Medium"/>
              </a:rPr>
              <a:t>Parlons de votre marque.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5-testimon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3619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1" sz="22500" spc="-675">
                <a:solidFill>
                  <a:srgbClr val="0F66B6"/>
                </a:solidFill>
                <a:latin typeface="Montserrat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36802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44"/>
              </a:lnSpc>
            </a:pPr>
            <a:r>
              <a:rPr b="1" sz="6900" spc="-172">
                <a:solidFill>
                  <a:srgbClr val="0A0B0D"/>
                </a:solidFill>
                <a:latin typeface="Montserrat"/>
              </a:rPr>
              <a:t>Le témoignage client s’écrit ici en quelques mots forts.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906250"/>
            <a:ext cx="85344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1" sz="3000">
                <a:solidFill>
                  <a:srgbClr val="0A0B0D"/>
                </a:solidFill>
                <a:latin typeface="Inter"/>
              </a:rPr>
              <a:t>Nom du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2477750"/>
            <a:ext cx="8534400" cy="4418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79"/>
              </a:lnSpc>
            </a:pPr>
            <a:r>
              <a:rPr b="0" sz="2400">
                <a:solidFill>
                  <a:srgbClr val="6A6A76"/>
                </a:solidFill>
                <a:latin typeface="Inter Medium"/>
              </a:rPr>
              <a:t>Fonction · Entreprise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6-count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9601200" cy="39204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870"/>
              </a:lnSpc>
            </a:pPr>
            <a:r>
              <a:rPr b="1" sz="31500" spc="-1575">
                <a:solidFill>
                  <a:srgbClr val="4AA3F0"/>
                </a:solidFill>
                <a:latin typeface="Montserrat"/>
              </a:rPr>
              <a:t>J-7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620000"/>
            <a:ext cx="96012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50"/>
              </a:lnSpc>
            </a:pPr>
            <a:r>
              <a:rPr b="1" sz="8250" spc="-247">
                <a:solidFill>
                  <a:srgbClr val="FFFFFF"/>
                </a:solidFill>
                <a:latin typeface="Montserrat"/>
              </a:rPr>
              <a:t>Nom de l’événement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1250"/>
            <a:ext cx="96012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FFFFFF"/>
                </a:solidFill>
                <a:latin typeface="Inter Medium"/>
              </a:rPr>
              <a:t>00.00.2026 · Algérie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stories-07-dar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953000"/>
            <a:ext cx="9643872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0"/>
              </a:lnSpc>
            </a:pPr>
            <a:r>
              <a:rPr b="1" sz="16500">
                <a:solidFill>
                  <a:srgbClr val="4AA3F0"/>
                </a:solidFill>
                <a:latin typeface="Inter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572500"/>
            <a:ext cx="9643872" cy="2053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84"/>
              </a:lnSpc>
            </a:pPr>
            <a:r>
              <a:rPr b="1" sz="8250" spc="-247">
                <a:solidFill>
                  <a:srgbClr val="FFFFFF"/>
                </a:solidFill>
                <a:latin typeface="Montserrat"/>
              </a:rPr>
              <a:t>Prêt à devenir</a:t>
            </a:r>
          </a:p>
          <a:p>
            <a:pPr algn="l">
              <a:lnSpc>
                <a:spcPts val="8084"/>
              </a:lnSpc>
            </a:pPr>
            <a:r>
              <a:rPr b="1" sz="8250" spc="-247">
                <a:solidFill>
                  <a:srgbClr val="FFFFFF"/>
                </a:solidFill>
                <a:latin typeface="Montserrat"/>
              </a:rPr>
              <a:t>la référence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