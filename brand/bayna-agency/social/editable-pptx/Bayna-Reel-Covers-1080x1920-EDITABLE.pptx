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Reel tips — edit the text boxes; the background is a picture. Fonts: install Syne, Manrope, Readex Pro from /fonts.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Reel BTS — edit the text boxes; the background is a picture. Fonts: install Syne, Manrope, Readex Pro from /fonts.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Reel case study — edit the text boxes; the background is a picture. Fonts: install Syne, Manrope, Readex Pro from /fonts.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art)" descr="reel-covers-01-ti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8200" y="5334000"/>
            <a:ext cx="8534400" cy="4381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b="1" sz="2550" spc="663">
                <a:solidFill>
                  <a:srgbClr val="D2FF5A"/>
                </a:solidFill>
                <a:latin typeface="Manrope"/>
              </a:rPr>
              <a:t>TIP #01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6096000"/>
            <a:ext cx="9601200" cy="39201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0290"/>
              </a:lnSpc>
            </a:pPr>
            <a:r>
              <a:rPr b="1" sz="10500" spc="-315">
                <a:solidFill>
                  <a:srgbClr val="FFFFFF"/>
                </a:solidFill>
                <a:latin typeface="Syne"/>
              </a:rPr>
              <a:t>Le titre de votre astuce ici.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art)" descr="reel-covers-02-behind-the-sce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8200" y="5334000"/>
            <a:ext cx="8534400" cy="4381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b="1" sz="2550" spc="663">
                <a:solidFill>
                  <a:srgbClr val="D2FF5A"/>
                </a:solidFill>
                <a:latin typeface="Manrope"/>
              </a:rPr>
              <a:t>COULISSES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6096000"/>
            <a:ext cx="9601200" cy="28003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025"/>
              </a:lnSpc>
            </a:pPr>
            <a:r>
              <a:rPr b="1" sz="11250" spc="-337">
                <a:solidFill>
                  <a:srgbClr val="FFFFFF"/>
                </a:solidFill>
                <a:latin typeface="Syne"/>
              </a:rPr>
              <a:t>Behind the scenes.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art)" descr="reel-covers-03-case-stu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8200" y="5334000"/>
            <a:ext cx="8534400" cy="4381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b="1" sz="2550" spc="663">
                <a:solidFill>
                  <a:srgbClr val="6337FF"/>
                </a:solidFill>
                <a:latin typeface="Manrope"/>
              </a:rPr>
              <a:t>CASE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6096000"/>
            <a:ext cx="9601200" cy="28003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025"/>
              </a:lnSpc>
            </a:pPr>
            <a:r>
              <a:rPr b="1" sz="11250" spc="-337">
                <a:solidFill>
                  <a:srgbClr val="24242B"/>
                </a:solidFill>
                <a:latin typeface="Syne"/>
              </a:rPr>
              <a:t>Nom du client.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