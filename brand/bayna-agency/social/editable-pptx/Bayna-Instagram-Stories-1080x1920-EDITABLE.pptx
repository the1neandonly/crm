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new post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question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offer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link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testimonial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countdown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darija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1-new-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6096000"/>
            <a:ext cx="9601200" cy="3733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700"/>
              </a:lnSpc>
            </a:pPr>
            <a:r>
              <a:rPr b="1" sz="15000" spc="-450">
                <a:solidFill>
                  <a:srgbClr val="FFFFFF"/>
                </a:solidFill>
                <a:latin typeface="Syne"/>
              </a:rPr>
              <a:t>Nouveau</a:t>
            </a:r>
          </a:p>
          <a:p>
            <a:pPr algn="l">
              <a:lnSpc>
                <a:spcPts val="14700"/>
              </a:lnSpc>
            </a:pPr>
            <a:r>
              <a:rPr b="1" sz="15000" spc="-450">
                <a:solidFill>
                  <a:srgbClr val="FFFFFF"/>
                </a:solidFill>
                <a:latin typeface="Syne"/>
              </a:rPr>
              <a:t>post.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0572750"/>
            <a:ext cx="8534400" cy="6076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784"/>
              </a:lnSpc>
            </a:pPr>
            <a:r>
              <a:rPr b="0" sz="3300">
                <a:solidFill>
                  <a:srgbClr val="FFFFFF"/>
                </a:solidFill>
                <a:latin typeface="Manrope Medium"/>
              </a:rPr>
              <a:t>Le titre de votre publication s’écrit ici.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11" y="13335000"/>
            <a:ext cx="3224941" cy="851296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D2F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21005" rIns="421005" tIns="0" bIns="0"/>
          <a:lstStyle/>
          <a:p>
            <a:pPr algn="ctr"/>
            <a:r>
              <a:rPr b="1" sz="2550">
                <a:solidFill>
                  <a:srgbClr val="D2FF5A"/>
                </a:solidFill>
                <a:latin typeface="Manrope"/>
              </a:rPr>
              <a:t>Voir le post 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2-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953000"/>
            <a:ext cx="960120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00"/>
              </a:lnSpc>
            </a:pPr>
            <a:r>
              <a:rPr b="1" sz="9600" spc="-288">
                <a:solidFill>
                  <a:srgbClr val="FFFFFF"/>
                </a:solidFill>
                <a:latin typeface="Syne"/>
              </a:rPr>
              <a:t>Une question sur votre </a:t>
            </a:r>
            <a:r>
              <a:rPr b="1" sz="9600" spc="-288">
                <a:solidFill>
                  <a:srgbClr val="D2FF5A"/>
                </a:solidFill>
                <a:latin typeface="Syne"/>
              </a:rPr>
              <a:t>marque</a:t>
            </a:r>
            <a:r>
              <a:rPr b="1" sz="9600" spc="-288">
                <a:solidFill>
                  <a:srgbClr val="FFFFFF"/>
                </a:solidFill>
                <a:latin typeface="Syne"/>
              </a:rPr>
              <a:t>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3-o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953000"/>
            <a:ext cx="8534400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2100" spc="546">
                <a:solidFill>
                  <a:srgbClr val="6337FF"/>
                </a:solidFill>
                <a:latin typeface="Manrope"/>
              </a:rPr>
              <a:t>OFFRE DE LANCEMENT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619750"/>
            <a:ext cx="9601200" cy="420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24242B"/>
                </a:solidFill>
                <a:latin typeface="Syne"/>
              </a:rPr>
              <a:t>Audit de marque offert.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287000"/>
            <a:ext cx="917448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500"/>
              </a:lnSpc>
            </a:pPr>
            <a:r>
              <a:rPr b="0" sz="3000">
                <a:solidFill>
                  <a:srgbClr val="24242B"/>
                </a:solidFill>
                <a:latin typeface="Manrope Medium"/>
              </a:rPr>
              <a:t>Pour les 10 premières entreprises d’Oran.</a:t>
            </a:r>
          </a:p>
          <a:p>
            <a:pPr algn="l">
              <a:lnSpc>
                <a:spcPts val="4500"/>
              </a:lnSpc>
            </a:pPr>
            <a:r>
              <a:rPr b="0" sz="3000">
                <a:solidFill>
                  <a:srgbClr val="24242B"/>
                </a:solidFill>
                <a:latin typeface="Manrope Medium"/>
              </a:rPr>
              <a:t>Offre à adapter.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057" y="13335000"/>
            <a:ext cx="4931137" cy="901005"/>
          </a:xfrm>
          <a:prstGeom prst="roundRect">
            <a:avLst>
              <a:gd name="adj" fmla="val 50000"/>
            </a:avLst>
          </a:prstGeom>
          <a:solidFill>
            <a:srgbClr val="24242B"/>
          </a:solidFill>
          <a:ln w="28575">
            <a:solidFill>
              <a:srgbClr val="24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45770" rIns="445770" tIns="0" bIns="0"/>
          <a:lstStyle/>
          <a:p>
            <a:pPr algn="ctr"/>
            <a:r>
              <a:rPr b="1" sz="2700">
                <a:solidFill>
                  <a:srgbClr val="D2FF5A"/>
                </a:solidFill>
                <a:latin typeface="Manrope"/>
              </a:rPr>
              <a:t>Réservez maintenant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4-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9715500"/>
            <a:ext cx="9601200" cy="24642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702"/>
              </a:lnSpc>
            </a:pPr>
            <a:r>
              <a:rPr b="1" sz="9900" spc="-297">
                <a:solidFill>
                  <a:srgbClr val="FFFFFF"/>
                </a:solidFill>
                <a:latin typeface="Syne"/>
              </a:rPr>
              <a:t>Let’s make</a:t>
            </a:r>
          </a:p>
          <a:p>
            <a:pPr algn="l">
              <a:lnSpc>
                <a:spcPts val="9702"/>
              </a:lnSpc>
            </a:pPr>
            <a:r>
              <a:rPr b="1" sz="9900" spc="-297">
                <a:solidFill>
                  <a:srgbClr val="FFFFFF"/>
                </a:solidFill>
                <a:latin typeface="Syne"/>
              </a:rPr>
              <a:t>it </a:t>
            </a:r>
            <a:r>
              <a:rPr b="1" sz="9900" spc="-297">
                <a:solidFill>
                  <a:srgbClr val="D2FF5A"/>
                </a:solidFill>
                <a:latin typeface="Syne"/>
              </a:rPr>
              <a:t>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2668250"/>
            <a:ext cx="85344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0" sz="3000">
                <a:solidFill>
                  <a:srgbClr val="FFFFFF"/>
                </a:solidFill>
                <a:latin typeface="Manrope Medium"/>
              </a:rPr>
              <a:t>Parlons de votre marque.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5-testimon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3619500"/>
            <a:ext cx="3200400" cy="285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500"/>
              </a:lnSpc>
            </a:pPr>
            <a:r>
              <a:rPr b="1" sz="22500" spc="-675">
                <a:solidFill>
                  <a:srgbClr val="6337FF"/>
                </a:solidFill>
                <a:latin typeface="Syn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096000"/>
            <a:ext cx="9601200" cy="36802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44"/>
              </a:lnSpc>
            </a:pPr>
            <a:r>
              <a:rPr b="1" sz="6900" spc="-172">
                <a:solidFill>
                  <a:srgbClr val="24242B"/>
                </a:solidFill>
                <a:latin typeface="Syne"/>
              </a:rPr>
              <a:t>Le témoignage client s’écrit ici en quelques mots forts.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906250"/>
            <a:ext cx="85344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1" sz="3000">
                <a:solidFill>
                  <a:srgbClr val="24242B"/>
                </a:solidFill>
                <a:latin typeface="Manrope"/>
              </a:rPr>
              <a:t>Nom du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2477750"/>
            <a:ext cx="8534400" cy="4418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79"/>
              </a:lnSpc>
            </a:pPr>
            <a:r>
              <a:rPr b="0" sz="2400">
                <a:solidFill>
                  <a:srgbClr val="6A6A76"/>
                </a:solidFill>
                <a:latin typeface="Manrope Medium"/>
              </a:rPr>
              <a:t>Fonction · Entreprise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6-count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2857500"/>
            <a:ext cx="9601200" cy="39204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870"/>
              </a:lnSpc>
            </a:pPr>
            <a:r>
              <a:rPr b="1" sz="31500" spc="-1575">
                <a:solidFill>
                  <a:srgbClr val="D2FF5A"/>
                </a:solidFill>
                <a:latin typeface="Syne"/>
              </a:rPr>
              <a:t>J-7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620000"/>
            <a:ext cx="9601200" cy="209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250"/>
              </a:lnSpc>
            </a:pPr>
            <a:r>
              <a:rPr b="1" sz="8250" spc="-247">
                <a:solidFill>
                  <a:srgbClr val="FFFFFF"/>
                </a:solidFill>
                <a:latin typeface="Syne"/>
              </a:rPr>
              <a:t>Nom de l’événement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1250"/>
            <a:ext cx="96012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0" sz="3000">
                <a:solidFill>
                  <a:srgbClr val="FFFFFF"/>
                </a:solidFill>
                <a:latin typeface="Manrope Medium"/>
              </a:rPr>
              <a:t>00.00.2026 · Oran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7-dari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5071" y="5334000"/>
            <a:ext cx="9643872" cy="342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ts val="27000"/>
              </a:lnSpc>
            </a:pPr>
            <a:r>
              <a:rPr b="1" sz="22500">
                <a:solidFill>
                  <a:srgbClr val="D2FF5A"/>
                </a:solidFill>
                <a:latin typeface="Readex Pro"/>
                <a:cs typeface="Readex Pro"/>
              </a:rPr>
              <a:t>باينة؟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5071" y="9525000"/>
            <a:ext cx="9643872" cy="20535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084"/>
              </a:lnSpc>
            </a:pPr>
            <a:r>
              <a:rPr b="1" sz="8250" spc="-247">
                <a:solidFill>
                  <a:srgbClr val="FFFFFF"/>
                </a:solidFill>
                <a:latin typeface="Syne"/>
              </a:rPr>
              <a:t>C’est évident.</a:t>
            </a:r>
          </a:p>
          <a:p>
            <a:pPr algn="r">
              <a:lnSpc>
                <a:spcPts val="8084"/>
              </a:lnSpc>
            </a:pPr>
            <a:r>
              <a:rPr b="1" sz="8250" spc="-247">
                <a:solidFill>
                  <a:srgbClr val="FFFFFF"/>
                </a:solidFill>
                <a:latin typeface="Syne"/>
              </a:rPr>
              <a:t>Ça se voit.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