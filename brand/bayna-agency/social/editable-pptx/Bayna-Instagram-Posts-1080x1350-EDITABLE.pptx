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Tagline — edit the text boxes; the background is a picture. Fonts: install Syne, Manrope, Readex Pro from /fonts.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Services — edit the text boxes; the background is a picture. Fonts: install Syne, Manrope, Readex Pro from /fonts.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Announcement — edit the text boxes; the background is a picture. Fonts: install Syne, Manrope, Readex Pro from /fonts.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Testimonial — edit the text boxes; the background is a picture. Fonts: install Syne, Manrope, Readex Pro from /fonts.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Result — edit the text boxes; the background is a picture. Fonts: install Syne, Manrope, Readex Pro from /fonts.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Hiring — edit the text boxes; the background is a picture. Fonts: install Syne, Manrope, Readex Pro from /fonts.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Event — edit the text boxes; the background is a picture. Fonts: install Syne, Manrope, Readex Pro from /fonts.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Darija — edit the text boxes; the background is a picture. Fonts: install Syne, Manrope, Readex Pro from /fonts.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Greeting — edit the text boxes; the background is a picture. Fonts: install Syne, Manrope, Readex Pro from /fonts.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Portfolio — edit the text boxes; the background is a picture. Fonts: install Syne, Manrope, Readex Pro from /fonts.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art)" descr="instagram-posts-01-tag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8200" y="4000500"/>
            <a:ext cx="8534400" cy="321081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2642"/>
              </a:lnSpc>
            </a:pPr>
            <a:r>
              <a:rPr b="1" sz="12900" spc="-387">
                <a:solidFill>
                  <a:srgbClr val="FFFFFF"/>
                </a:solidFill>
                <a:latin typeface="Syne"/>
              </a:rPr>
              <a:t>Make it</a:t>
            </a:r>
          </a:p>
          <a:p>
            <a:pPr algn="l">
              <a:lnSpc>
                <a:spcPts val="12642"/>
              </a:lnSpc>
            </a:pPr>
            <a:r>
              <a:rPr b="1" sz="12900" spc="-387">
                <a:solidFill>
                  <a:srgbClr val="D2FF5A"/>
                </a:solidFill>
                <a:latin typeface="Syne"/>
              </a:rPr>
              <a:t>clear.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7620000"/>
            <a:ext cx="6400800" cy="4695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697"/>
              </a:lnSpc>
            </a:pPr>
            <a:r>
              <a:rPr b="0" sz="2550">
                <a:solidFill>
                  <a:srgbClr val="FFFFFF"/>
                </a:solidFill>
                <a:latin typeface="Manrope Medium"/>
              </a:rPr>
              <a:t>L’évidence, par le design.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11620500"/>
            <a:ext cx="5334000" cy="2571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1" sz="1500" spc="390">
                <a:solidFill>
                  <a:srgbClr val="FFFFFF"/>
                </a:solidFill>
                <a:latin typeface="Manrope"/>
              </a:rPr>
              <a:t>ORAN, ALGÉRIE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art)" descr="instagram-posts-02-serv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266944" y="1123950"/>
            <a:ext cx="4181856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b="1" sz="1650" spc="429">
                <a:solidFill>
                  <a:srgbClr val="D2FF5A"/>
                </a:solidFill>
                <a:latin typeface="Manrope"/>
              </a:rPr>
              <a:t>NOS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57350" y="3143250"/>
            <a:ext cx="8747760" cy="4667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675"/>
              </a:lnSpc>
            </a:pPr>
            <a:r>
              <a:rPr b="1" sz="3750" spc="-56">
                <a:solidFill>
                  <a:srgbClr val="FFFFFF"/>
                </a:solidFill>
                <a:latin typeface="Syne"/>
              </a:rPr>
              <a:t>Stratégie de marque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57350" y="4267200"/>
            <a:ext cx="8747760" cy="4667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675"/>
              </a:lnSpc>
            </a:pPr>
            <a:r>
              <a:rPr b="1" sz="3750" spc="-56">
                <a:solidFill>
                  <a:srgbClr val="FFFFFF"/>
                </a:solidFill>
                <a:latin typeface="Syne"/>
              </a:rPr>
              <a:t>Identité visuelle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57350" y="5391150"/>
            <a:ext cx="8747760" cy="4667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675"/>
              </a:lnSpc>
            </a:pPr>
            <a:r>
              <a:rPr b="1" sz="3750" spc="-56">
                <a:solidFill>
                  <a:srgbClr val="FFFFFF"/>
                </a:solidFill>
                <a:latin typeface="Syne"/>
              </a:rPr>
              <a:t>Social media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57350" y="6515100"/>
            <a:ext cx="8747760" cy="4667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675"/>
              </a:lnSpc>
            </a:pPr>
            <a:r>
              <a:rPr b="1" sz="3750" spc="-56">
                <a:solidFill>
                  <a:srgbClr val="FFFFFF"/>
                </a:solidFill>
                <a:latin typeface="Syne"/>
              </a:rPr>
              <a:t>Publicité digitale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7350" y="7639050"/>
            <a:ext cx="8747760" cy="4667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675"/>
              </a:lnSpc>
            </a:pPr>
            <a:r>
              <a:rPr b="1" sz="3750" spc="-56">
                <a:solidFill>
                  <a:srgbClr val="FFFFFF"/>
                </a:solidFill>
                <a:latin typeface="Syne"/>
              </a:rPr>
              <a:t>Contenu &amp; vidéo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57350" y="8763000"/>
            <a:ext cx="8747760" cy="4667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675"/>
              </a:lnSpc>
            </a:pPr>
            <a:r>
              <a:rPr b="1" sz="3750" spc="-56">
                <a:solidFill>
                  <a:srgbClr val="FFFFFF"/>
                </a:solidFill>
                <a:latin typeface="Syne"/>
              </a:rPr>
              <a:t>Sites &amp; landing pages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1620500"/>
            <a:ext cx="5334000" cy="3866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045"/>
              </a:lnSpc>
            </a:pPr>
            <a:r>
              <a:rPr b="1" sz="2100">
                <a:solidFill>
                  <a:srgbClr val="FFFFFF"/>
                </a:solidFill>
                <a:latin typeface="Manrope"/>
              </a:rPr>
              <a:t>bayna.agency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66944" y="11620500"/>
            <a:ext cx="4181856" cy="3866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3045"/>
              </a:lnSpc>
            </a:pPr>
            <a:r>
              <a:rPr b="1" sz="2100">
                <a:solidFill>
                  <a:srgbClr val="FFFFFF"/>
                </a:solidFill>
                <a:latin typeface="Manrope"/>
              </a:rPr>
              <a:t>@bayna.agency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art)" descr="instagram-posts-03-announc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8200" y="3429000"/>
            <a:ext cx="6400800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1" sz="1650" spc="429">
                <a:solidFill>
                  <a:srgbClr val="6337FF"/>
                </a:solidFill>
                <a:latin typeface="Manrope"/>
              </a:rPr>
              <a:t>NOUVEAU · NEW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4000500"/>
            <a:ext cx="9601200" cy="29869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760"/>
              </a:lnSpc>
            </a:pPr>
            <a:r>
              <a:rPr b="1" sz="12000" spc="-359">
                <a:solidFill>
                  <a:srgbClr val="24242B"/>
                </a:solidFill>
                <a:latin typeface="Syne"/>
              </a:rPr>
              <a:t>Grande</a:t>
            </a:r>
          </a:p>
          <a:p>
            <a:pPr algn="l">
              <a:lnSpc>
                <a:spcPts val="11760"/>
              </a:lnSpc>
            </a:pPr>
            <a:r>
              <a:rPr b="1" sz="12000" spc="-359">
                <a:solidFill>
                  <a:srgbClr val="24242B"/>
                </a:solidFill>
                <a:latin typeface="Syne"/>
              </a:rPr>
              <a:t>nouvelle.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7524750"/>
            <a:ext cx="7467600" cy="93910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697"/>
              </a:lnSpc>
            </a:pPr>
            <a:r>
              <a:rPr b="0" sz="2550">
                <a:solidFill>
                  <a:srgbClr val="4A4A55"/>
                </a:solidFill>
                <a:latin typeface="Manrope Medium"/>
              </a:rPr>
              <a:t>Écrivez ici votre annonce en une ou deux phrases courtes. Clair, direct, évident.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6551" y="9525000"/>
            <a:ext cx="3336265" cy="762000"/>
          </a:xfrm>
          <a:prstGeom prst="roundRect">
            <a:avLst>
              <a:gd name="adj" fmla="val 50000"/>
            </a:avLst>
          </a:prstGeom>
          <a:noFill/>
          <a:ln w="28575">
            <a:solidFill>
              <a:srgbClr val="633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71475" rIns="371475" tIns="0" bIns="0"/>
          <a:lstStyle/>
          <a:p>
            <a:pPr algn="ctr"/>
            <a:r>
              <a:rPr b="1" sz="2250">
                <a:solidFill>
                  <a:srgbClr val="6337FF"/>
                </a:solidFill>
                <a:latin typeface="Manrope"/>
              </a:rPr>
              <a:t>En savoir plus 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art)" descr="instagram-posts-04-testimon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266944" y="1028700"/>
            <a:ext cx="4181856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b="1" sz="1650" spc="429">
                <a:solidFill>
                  <a:srgbClr val="D2FF5A"/>
                </a:solidFill>
                <a:latin typeface="Manrope"/>
              </a:rPr>
              <a:t>TÉMOIGNAGE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2950" y="2095500"/>
            <a:ext cx="3200400" cy="2857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500"/>
              </a:lnSpc>
            </a:pPr>
            <a:r>
              <a:rPr b="1" sz="22500" spc="-675">
                <a:solidFill>
                  <a:srgbClr val="D2FF5A"/>
                </a:solidFill>
                <a:latin typeface="Syne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4476750"/>
            <a:ext cx="9601200" cy="209847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5508"/>
              </a:lnSpc>
            </a:pPr>
            <a:r>
              <a:rPr b="1" sz="5100" spc="-102">
                <a:solidFill>
                  <a:srgbClr val="FFFFFF"/>
                </a:solidFill>
                <a:latin typeface="Syne"/>
              </a:rPr>
              <a:t>Le témoignage de votre client s’écrit ici, en deux ou trois lignes maximum.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10096500"/>
            <a:ext cx="6400800" cy="4695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697"/>
              </a:lnSpc>
            </a:pPr>
            <a:r>
              <a:rPr b="1" sz="2550">
                <a:solidFill>
                  <a:srgbClr val="FFFFFF"/>
                </a:solidFill>
                <a:latin typeface="Manrope"/>
              </a:rPr>
              <a:t>Nom du client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0572750"/>
            <a:ext cx="6400800" cy="35897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827"/>
              </a:lnSpc>
            </a:pPr>
            <a:r>
              <a:rPr b="0" sz="1950">
                <a:solidFill>
                  <a:srgbClr val="FFFFFF"/>
                </a:solidFill>
                <a:latin typeface="Manrope Medium"/>
              </a:rPr>
              <a:t>Fonction · Entreprise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art)" descr="instagram-posts-05-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266944" y="1009650"/>
            <a:ext cx="4181856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b="1" sz="1650" spc="429">
                <a:solidFill>
                  <a:srgbClr val="D2FF5A"/>
                </a:solidFill>
                <a:latin typeface="Manrope"/>
              </a:rPr>
              <a:t>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857500"/>
            <a:ext cx="9601200" cy="41070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2339"/>
              </a:lnSpc>
            </a:pPr>
            <a:r>
              <a:rPr b="1" sz="33000" spc="-1650">
                <a:solidFill>
                  <a:srgbClr val="D2FF5A"/>
                </a:solidFill>
                <a:latin typeface="Syne"/>
              </a:rPr>
              <a:t>×3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7620000"/>
            <a:ext cx="8534400" cy="127992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5040"/>
              </a:lnSpc>
            </a:pPr>
            <a:r>
              <a:rPr b="1" sz="4800" spc="-96">
                <a:solidFill>
                  <a:srgbClr val="FFFFFF"/>
                </a:solidFill>
                <a:latin typeface="Syne"/>
              </a:rPr>
              <a:t>Visibilité de la marque en 6 mois.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10763250"/>
            <a:ext cx="5334000" cy="3866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045"/>
              </a:lnSpc>
            </a:pPr>
            <a:r>
              <a:rPr b="1" sz="2100">
                <a:solidFill>
                  <a:srgbClr val="FFFFFF"/>
                </a:solidFill>
                <a:latin typeface="Manrope"/>
              </a:rPr>
              <a:t>Client · Secteur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66944" y="10820400"/>
            <a:ext cx="4181856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b="1" sz="1350" spc="351">
                <a:solidFill>
                  <a:srgbClr val="FFFFFF"/>
                </a:solidFill>
                <a:latin typeface="Manrope"/>
              </a:rPr>
              <a:t>CHIFFRE EXEMPLE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art)" descr="instagram-posts-06-hi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8200" y="3238500"/>
            <a:ext cx="10241280" cy="132546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0437"/>
              </a:lnSpc>
            </a:pPr>
            <a:r>
              <a:rPr b="1" sz="10650" spc="-319">
                <a:solidFill>
                  <a:srgbClr val="24242B"/>
                </a:solidFill>
                <a:latin typeface="Syne"/>
              </a:rPr>
              <a:t>On recrute.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5334000"/>
            <a:ext cx="9601200" cy="56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4409"/>
              </a:lnSpc>
            </a:pPr>
            <a:r>
              <a:rPr b="1" sz="4500" spc="-89">
                <a:solidFill>
                  <a:srgbClr val="6337FF"/>
                </a:solidFill>
                <a:latin typeface="Syne"/>
              </a:rPr>
              <a:t>Social Media Manager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6667500"/>
            <a:ext cx="8534400" cy="17484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4590"/>
              </a:lnSpc>
            </a:pPr>
            <a:r>
              <a:rPr b="0" sz="2700">
                <a:solidFill>
                  <a:srgbClr val="24242B"/>
                </a:solidFill>
                <a:latin typeface="Manrope Medium"/>
              </a:rPr>
              <a:t>· 2 ans d’expérience minimum</a:t>
            </a:r>
          </a:p>
          <a:p>
            <a:pPr algn="l">
              <a:lnSpc>
                <a:spcPts val="4590"/>
              </a:lnSpc>
            </a:pPr>
            <a:r>
              <a:rPr b="0" sz="2700">
                <a:solidFill>
                  <a:srgbClr val="24242B"/>
                </a:solidFill>
                <a:latin typeface="Manrope Medium"/>
              </a:rPr>
              <a:t>· Créatif, organisé, curieux</a:t>
            </a:r>
          </a:p>
          <a:p>
            <a:pPr algn="l">
              <a:lnSpc>
                <a:spcPts val="4590"/>
              </a:lnSpc>
            </a:pPr>
            <a:r>
              <a:rPr b="0" sz="2700">
                <a:solidFill>
                  <a:srgbClr val="24242B"/>
                </a:solidFill>
                <a:latin typeface="Manrope Medium"/>
              </a:rPr>
              <a:t>· Basé à Oran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335" y="10953750"/>
            <a:ext cx="5981015" cy="811410"/>
          </a:xfrm>
          <a:prstGeom prst="roundRect">
            <a:avLst>
              <a:gd name="adj" fmla="val 50000"/>
            </a:avLst>
          </a:prstGeom>
          <a:noFill/>
          <a:ln w="28575">
            <a:solidFill>
              <a:srgbClr val="2424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96240" rIns="396240" tIns="0" bIns="0"/>
          <a:lstStyle/>
          <a:p>
            <a:pPr algn="ctr"/>
            <a:r>
              <a:rPr b="1" sz="2400">
                <a:solidFill>
                  <a:srgbClr val="24242B"/>
                </a:solidFill>
                <a:latin typeface="Manrope"/>
              </a:rPr>
              <a:t>Postulez : hello@bayna.agency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art)" descr="instagram-posts-07-ev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8200" y="3810000"/>
            <a:ext cx="2453640" cy="89609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7056"/>
              </a:lnSpc>
            </a:pPr>
            <a:r>
              <a:rPr b="1" sz="7200" spc="-216">
                <a:solidFill>
                  <a:srgbClr val="24242B"/>
                </a:solidFill>
                <a:latin typeface="Syne"/>
              </a:rPr>
              <a:t>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4762500"/>
            <a:ext cx="2453640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b="1" sz="1650" spc="429">
                <a:solidFill>
                  <a:srgbClr val="24242B"/>
                </a:solidFill>
                <a:latin typeface="Manrope"/>
              </a:rPr>
              <a:t>MOIS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6096000"/>
            <a:ext cx="6400800" cy="3143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1" sz="1800" spc="468">
                <a:solidFill>
                  <a:srgbClr val="D2FF5A"/>
                </a:solidFill>
                <a:latin typeface="Manrope"/>
              </a:rPr>
              <a:t>WORKSHOP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6572250"/>
            <a:ext cx="9601200" cy="244807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6426"/>
              </a:lnSpc>
            </a:pPr>
            <a:r>
              <a:rPr b="1" sz="6300" spc="-157">
                <a:solidFill>
                  <a:srgbClr val="FFFFFF"/>
                </a:solidFill>
                <a:latin typeface="Syne"/>
              </a:rPr>
              <a:t>Marketing digital : les bases qui font vendre.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9810750"/>
            <a:ext cx="9601200" cy="97512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840"/>
              </a:lnSpc>
            </a:pPr>
            <a:r>
              <a:rPr b="0" sz="2400">
                <a:solidFill>
                  <a:srgbClr val="FFFFFF"/>
                </a:solidFill>
                <a:latin typeface="Manrope Medium"/>
              </a:rPr>
              <a:t>18:00 · Lieu de l’événement, Oran</a:t>
            </a:r>
          </a:p>
          <a:p>
            <a:pPr algn="l">
              <a:lnSpc>
                <a:spcPts val="3840"/>
              </a:lnSpc>
            </a:pPr>
            <a:r>
              <a:rPr b="0" sz="2400">
                <a:solidFill>
                  <a:srgbClr val="FFFFFF"/>
                </a:solidFill>
                <a:latin typeface="Manrope Medium"/>
              </a:rPr>
              <a:t>Places limitées — inscription en bio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art)" descr="instagram-posts-08-darij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-195071" y="2857500"/>
            <a:ext cx="9643872" cy="4343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>
              <a:lnSpc>
                <a:spcPts val="17100"/>
              </a:lnSpc>
            </a:pPr>
            <a:r>
              <a:rPr b="1" sz="14250">
                <a:solidFill>
                  <a:srgbClr val="FFFFFF"/>
                </a:solidFill>
                <a:latin typeface="Readex Pro"/>
                <a:cs typeface="Readex Pro"/>
              </a:rPr>
              <a:t>خليها باينة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195071" y="8001000"/>
            <a:ext cx="9643872" cy="666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rtl="1"/>
            <a:r>
              <a:rPr b="0" sz="4200">
                <a:solidFill>
                  <a:srgbClr val="D2FF5A"/>
                </a:solidFill>
                <a:latin typeface="Readex Pro Medium"/>
                <a:cs typeface="Readex Pro Medium"/>
              </a:rPr>
              <a:t>ماركتك تستاهل تكون باينة.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-195071" y="9620250"/>
            <a:ext cx="9643872" cy="4695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3697"/>
              </a:lnSpc>
            </a:pPr>
            <a:r>
              <a:rPr b="0" sz="2550">
                <a:solidFill>
                  <a:srgbClr val="FFFFFF"/>
                </a:solidFill>
                <a:latin typeface="Manrope Medium"/>
              </a:rPr>
              <a:t>Make your brand obvious.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11715750"/>
            <a:ext cx="5334000" cy="3143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1" sz="1800" spc="468">
                <a:solidFill>
                  <a:srgbClr val="FFFFFF"/>
                </a:solidFill>
                <a:latin typeface="Manrope"/>
              </a:rPr>
              <a:t>@BAYNA.AGENCY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art)" descr="instagram-posts-09-gree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33500" y="4000500"/>
            <a:ext cx="8534400" cy="1714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 rtl="1">
              <a:lnSpc>
                <a:spcPts val="13500"/>
              </a:lnSpc>
            </a:pPr>
            <a:r>
              <a:rPr b="1" sz="11250">
                <a:solidFill>
                  <a:srgbClr val="D2FF5A"/>
                </a:solidFill>
                <a:latin typeface="Readex Pro"/>
                <a:cs typeface="Readex Pro"/>
              </a:rPr>
              <a:t>عيد مبارك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33500" y="6477000"/>
            <a:ext cx="8534400" cy="70931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5586"/>
              </a:lnSpc>
            </a:pPr>
            <a:r>
              <a:rPr b="1" sz="5700" spc="-114">
                <a:solidFill>
                  <a:srgbClr val="FFFFFF"/>
                </a:solidFill>
                <a:latin typeface="Syne"/>
              </a:rPr>
              <a:t>Aïd Moubarek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95500" y="7620000"/>
            <a:ext cx="6827520" cy="8286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3262"/>
              </a:lnSpc>
            </a:pPr>
            <a:r>
              <a:rPr b="0" sz="2250">
                <a:solidFill>
                  <a:srgbClr val="FFFFFF"/>
                </a:solidFill>
                <a:latin typeface="Manrope Medium"/>
              </a:rPr>
              <a:t>Toute l’équipe Bayna vous souhaite une belle fête.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art)" descr="instagram-posts-10-portfol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8200" y="8953500"/>
            <a:ext cx="9601200" cy="78402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6173"/>
              </a:lnSpc>
            </a:pPr>
            <a:r>
              <a:rPr b="1" sz="6300" spc="-157">
                <a:solidFill>
                  <a:srgbClr val="FFFFFF"/>
                </a:solidFill>
                <a:latin typeface="Syne"/>
              </a:rPr>
              <a:t>Nom du projet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10001250"/>
            <a:ext cx="9601200" cy="41433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262"/>
              </a:lnSpc>
            </a:pPr>
            <a:r>
              <a:rPr b="1" sz="2250">
                <a:solidFill>
                  <a:srgbClr val="D2FF5A"/>
                </a:solidFill>
                <a:latin typeface="Manrope"/>
              </a:rPr>
              <a:t>Identité visuelle · Social media · Vidéo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11772900"/>
            <a:ext cx="4267200" cy="2571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1" sz="1500" spc="390">
                <a:solidFill>
                  <a:srgbClr val="FFFFFF"/>
                </a:solidFill>
                <a:latin typeface="Manrope"/>
              </a:rPr>
              <a:t>PROJET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