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143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insight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announcement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linkedin-posts-01-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1143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05728" y="1104900"/>
            <a:ext cx="4309872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6337FF"/>
                </a:solidFill>
                <a:latin typeface="Manrope"/>
              </a:rP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38500"/>
            <a:ext cx="10668000" cy="37671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16"/>
              </a:lnSpc>
            </a:pPr>
            <a:r>
              <a:rPr b="1" sz="7200" spc="-216">
                <a:solidFill>
                  <a:srgbClr val="24242B"/>
                </a:solidFill>
                <a:latin typeface="Syne"/>
              </a:rPr>
              <a:t>Une marque claire se vend </a:t>
            </a:r>
            <a:r>
              <a:rPr b="1" sz="7200" spc="-216">
                <a:solidFill>
                  <a:srgbClr val="6337FF"/>
                </a:solidFill>
                <a:latin typeface="Syne"/>
              </a:rPr>
              <a:t>deux fois</a:t>
            </a:r>
            <a:r>
              <a:rPr b="1" sz="7200" spc="-216">
                <a:solidFill>
                  <a:srgbClr val="24242B"/>
                </a:solidFill>
                <a:latin typeface="Syne"/>
              </a:rPr>
              <a:t> mieux qu’une marque floue.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01250"/>
            <a:ext cx="96012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1" sz="2100">
                <a:solidFill>
                  <a:srgbClr val="24242B"/>
                </a:solidFill>
                <a:latin typeface="Manrope"/>
              </a:rPr>
              <a:t>Prénom Nom · Founder &amp; Creative Director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linkedin-posts-02-announ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1143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143000"/>
            <a:ext cx="6400800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800" spc="468">
                <a:solidFill>
                  <a:srgbClr val="D2FF5A"/>
                </a:solidFill>
                <a:latin typeface="Manrope"/>
              </a:rPr>
              <a:t>ANNOUNCEMENT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7467600" cy="4762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500"/>
              </a:lnSpc>
            </a:pPr>
            <a:r>
              <a:rPr b="1" sz="7500" spc="-225">
                <a:solidFill>
                  <a:srgbClr val="FFFFFF"/>
                </a:solidFill>
                <a:latin typeface="Syne"/>
              </a:rPr>
              <a:t>Bayna Agency ouvre ses portes à Oran.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