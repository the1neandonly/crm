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Content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figure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columns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presentation-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3619500"/>
            <a:ext cx="96012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650" spc="429">
                <a:solidFill>
                  <a:srgbClr val="D2FF5A"/>
                </a:solidFill>
                <a:latin typeface="Manrope"/>
              </a:rPr>
              <a:t>PROPOSITION COMMERCIALE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095750"/>
            <a:ext cx="11734800" cy="224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819"/>
              </a:lnSpc>
            </a:pPr>
            <a:r>
              <a:rPr b="1" sz="9000" spc="-270">
                <a:solidFill>
                  <a:srgbClr val="FFFFFF"/>
                </a:solidFill>
                <a:latin typeface="Syne"/>
              </a:rPr>
              <a:t>Titre de la</a:t>
            </a:r>
          </a:p>
          <a:p>
            <a:pPr algn="l">
              <a:lnSpc>
                <a:spcPts val="8819"/>
              </a:lnSpc>
            </a:pPr>
            <a:r>
              <a:rPr b="1" sz="9000" spc="-270">
                <a:solidFill>
                  <a:srgbClr val="FFFFFF"/>
                </a:solidFill>
                <a:latin typeface="Syne"/>
              </a:rPr>
              <a:t>présentation.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6858000"/>
            <a:ext cx="9601200" cy="3866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45"/>
              </a:lnSpc>
            </a:pPr>
            <a:r>
              <a:rPr b="0" sz="2100">
                <a:solidFill>
                  <a:srgbClr val="FFFFFF"/>
                </a:solidFill>
                <a:latin typeface="Manrope Medium"/>
              </a:rPr>
              <a:t>Nom du client · Mois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presentation-02-age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1143000"/>
            <a:ext cx="6400800" cy="257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500" spc="390">
                <a:solidFill>
                  <a:srgbClr val="6337FF"/>
                </a:solidFill>
                <a:latin typeface="Manrope"/>
              </a:rPr>
              <a:t>SOMMAIRE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619250"/>
            <a:ext cx="12801600" cy="78402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6173"/>
              </a:lnSpc>
            </a:pPr>
            <a:r>
              <a:rPr b="1" sz="6300" spc="-189">
                <a:solidFill>
                  <a:srgbClr val="24242B"/>
                </a:solidFill>
                <a:latin typeface="Syne"/>
              </a:rPr>
              <a:t>Au programme.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619500"/>
            <a:ext cx="853440" cy="35897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27"/>
              </a:lnSpc>
            </a:pPr>
            <a:r>
              <a:rPr b="0" sz="1950">
                <a:solidFill>
                  <a:srgbClr val="6337FF"/>
                </a:solidFill>
                <a:latin typeface="Manrope Medium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0750" y="3543300"/>
            <a:ext cx="13868400" cy="4479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28"/>
              </a:lnSpc>
            </a:pPr>
            <a:r>
              <a:rPr b="1" sz="3600" spc="-54">
                <a:solidFill>
                  <a:srgbClr val="24242B"/>
                </a:solidFill>
                <a:latin typeface="Syne"/>
              </a:rPr>
              <a:t>Le contexte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62500"/>
            <a:ext cx="853440" cy="35897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27"/>
              </a:lnSpc>
            </a:pPr>
            <a:r>
              <a:rPr b="0" sz="1950">
                <a:solidFill>
                  <a:srgbClr val="6337FF"/>
                </a:solidFill>
                <a:latin typeface="Manrope Medium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0750" y="4686300"/>
            <a:ext cx="13868400" cy="4479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28"/>
              </a:lnSpc>
            </a:pPr>
            <a:r>
              <a:rPr b="1" sz="3600" spc="-54">
                <a:solidFill>
                  <a:srgbClr val="24242B"/>
                </a:solidFill>
                <a:latin typeface="Syne"/>
              </a:rPr>
              <a:t>Notre lecture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905500"/>
            <a:ext cx="853440" cy="35897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27"/>
              </a:lnSpc>
            </a:pPr>
            <a:r>
              <a:rPr b="0" sz="1950">
                <a:solidFill>
                  <a:srgbClr val="6337FF"/>
                </a:solidFill>
                <a:latin typeface="Manrope Medium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0750" y="5829300"/>
            <a:ext cx="13868400" cy="4479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28"/>
              </a:lnSpc>
            </a:pPr>
            <a:r>
              <a:rPr b="1" sz="3600" spc="-54">
                <a:solidFill>
                  <a:srgbClr val="24242B"/>
                </a:solidFill>
                <a:latin typeface="Syne"/>
              </a:rPr>
              <a:t>La stratégie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7048500"/>
            <a:ext cx="853440" cy="35897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27"/>
              </a:lnSpc>
            </a:pPr>
            <a:r>
              <a:rPr b="0" sz="1950">
                <a:solidFill>
                  <a:srgbClr val="6337FF"/>
                </a:solidFill>
                <a:latin typeface="Manrope Medium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0750" y="6972300"/>
            <a:ext cx="13868400" cy="4479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28"/>
              </a:lnSpc>
            </a:pPr>
            <a:r>
              <a:rPr b="1" sz="3600" spc="-54">
                <a:solidFill>
                  <a:srgbClr val="24242B"/>
                </a:solidFill>
                <a:latin typeface="Syne"/>
              </a:rPr>
              <a:t>Le plan d’action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8191500"/>
            <a:ext cx="853440" cy="35897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27"/>
              </a:lnSpc>
            </a:pPr>
            <a:r>
              <a:rPr b="0" sz="1950">
                <a:solidFill>
                  <a:srgbClr val="6337FF"/>
                </a:solidFill>
                <a:latin typeface="Manrope Medium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0750" y="8115300"/>
            <a:ext cx="13868400" cy="4479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28"/>
              </a:lnSpc>
            </a:pPr>
            <a:r>
              <a:rPr b="1" sz="3600" spc="-54">
                <a:solidFill>
                  <a:srgbClr val="24242B"/>
                </a:solidFill>
                <a:latin typeface="Syne"/>
              </a:rPr>
              <a:t>Budget &amp; planning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presentation-03-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3143250"/>
            <a:ext cx="2133600" cy="552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350"/>
              </a:lnSpc>
            </a:pPr>
            <a:r>
              <a:rPr b="0" sz="3000">
                <a:solidFill>
                  <a:srgbClr val="D2FF5A"/>
                </a:solidFill>
                <a:latin typeface="Manrope Medium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810000"/>
            <a:ext cx="12801600" cy="28003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025"/>
              </a:lnSpc>
            </a:pPr>
            <a:r>
              <a:rPr b="1" sz="11250" spc="-337">
                <a:solidFill>
                  <a:srgbClr val="FFFFFF"/>
                </a:solidFill>
                <a:latin typeface="Syne"/>
              </a:rPr>
              <a:t>Titre de</a:t>
            </a:r>
          </a:p>
          <a:p>
            <a:pPr algn="l">
              <a:lnSpc>
                <a:spcPts val="11025"/>
              </a:lnSpc>
            </a:pPr>
            <a:r>
              <a:rPr b="1" sz="11250" spc="-337">
                <a:solidFill>
                  <a:srgbClr val="FFFFFF"/>
                </a:solidFill>
                <a:latin typeface="Syne"/>
              </a:rPr>
              <a:t>section.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presentation-04-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2095500"/>
            <a:ext cx="6400800" cy="257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500" spc="390">
                <a:solidFill>
                  <a:srgbClr val="6337FF"/>
                </a:solidFill>
                <a:latin typeface="Manrope"/>
              </a:rPr>
              <a:t>SOUS-TITRE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571750"/>
            <a:ext cx="13868400" cy="7466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5880"/>
              </a:lnSpc>
            </a:pPr>
            <a:r>
              <a:rPr b="1" sz="6000" spc="-179">
                <a:solidFill>
                  <a:srgbClr val="24242B"/>
                </a:solidFill>
                <a:latin typeface="Syne"/>
              </a:rPr>
              <a:t>Titre de la diapositive.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000500"/>
            <a:ext cx="101346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600"/>
              </a:lnSpc>
            </a:pPr>
            <a:r>
              <a:rPr b="0" sz="2250">
                <a:solidFill>
                  <a:srgbClr val="4A4A55"/>
                </a:solidFill>
                <a:latin typeface="Manrope Medium"/>
              </a:rPr>
              <a:t>Zone de texte. Une idée par diapositive, des phrases courtes, un chiffre clé en lime sur fond sombre si nécessaire.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presentation-05-key-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1905000"/>
            <a:ext cx="64008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650" spc="429">
                <a:solidFill>
                  <a:srgbClr val="D2FF5A"/>
                </a:solidFill>
                <a:latin typeface="Manrope"/>
              </a:rPr>
              <a:t>CHIFFRE CLÉ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50" y="2476500"/>
            <a:ext cx="16002000" cy="35470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7929"/>
              </a:lnSpc>
            </a:pPr>
            <a:r>
              <a:rPr b="1" sz="28500" spc="-1425">
                <a:solidFill>
                  <a:srgbClr val="D2FF5A"/>
                </a:solidFill>
                <a:latin typeface="Syne"/>
              </a:rPr>
              <a:t>+00%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6858000"/>
            <a:ext cx="13868400" cy="56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409"/>
              </a:lnSpc>
            </a:pPr>
            <a:r>
              <a:rPr b="1" sz="4500" spc="-89">
                <a:solidFill>
                  <a:srgbClr val="FFFFFF"/>
                </a:solidFill>
                <a:latin typeface="Syne"/>
              </a:rPr>
              <a:t>Ce que ce chiffre prouve, en une phrase.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presentation-06-three-colum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1143000"/>
            <a:ext cx="6400800" cy="257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500" spc="390">
                <a:solidFill>
                  <a:srgbClr val="6337FF"/>
                </a:solidFill>
                <a:latin typeface="Manrope"/>
              </a:rPr>
              <a:t>NOTRE APPROCHE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619250"/>
            <a:ext cx="16002000" cy="7466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5880"/>
              </a:lnSpc>
            </a:pPr>
            <a:r>
              <a:rPr b="1" sz="6000" spc="-179">
                <a:solidFill>
                  <a:srgbClr val="24242B"/>
                </a:solidFill>
                <a:latin typeface="Syne"/>
              </a:rPr>
              <a:t>Trois étapes, un résultat.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19250" y="5619750"/>
            <a:ext cx="4693920" cy="4106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233"/>
              </a:lnSpc>
            </a:pPr>
            <a:r>
              <a:rPr b="1" sz="3300" spc="-99">
                <a:solidFill>
                  <a:srgbClr val="24242B"/>
                </a:solidFill>
                <a:latin typeface="Syne"/>
              </a:rPr>
              <a:t>Comprendre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19250" y="6381750"/>
            <a:ext cx="4693920" cy="7676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22"/>
              </a:lnSpc>
            </a:pPr>
            <a:r>
              <a:rPr b="0" sz="1950">
                <a:solidFill>
                  <a:srgbClr val="4A4A55"/>
                </a:solidFill>
                <a:latin typeface="Manrope Medium"/>
              </a:rPr>
              <a:t>Décrivez cette étape en deux ou trois lignes.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43750" y="5619750"/>
            <a:ext cx="4693920" cy="4106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233"/>
              </a:lnSpc>
            </a:pPr>
            <a:r>
              <a:rPr b="1" sz="3300" spc="-99">
                <a:solidFill>
                  <a:srgbClr val="24242B"/>
                </a:solidFill>
                <a:latin typeface="Syne"/>
              </a:rPr>
              <a:t>Créer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43750" y="6381750"/>
            <a:ext cx="4693920" cy="7676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22"/>
              </a:lnSpc>
            </a:pPr>
            <a:r>
              <a:rPr b="0" sz="1950">
                <a:solidFill>
                  <a:srgbClr val="4A4A55"/>
                </a:solidFill>
                <a:latin typeface="Manrope Medium"/>
              </a:rPr>
              <a:t>Décrivez cette étape en deux ou trois lignes.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68250" y="5619750"/>
            <a:ext cx="4693920" cy="4106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233"/>
              </a:lnSpc>
            </a:pPr>
            <a:r>
              <a:rPr b="1" sz="3300" spc="-99">
                <a:solidFill>
                  <a:srgbClr val="24242B"/>
                </a:solidFill>
                <a:latin typeface="Syne"/>
              </a:rPr>
              <a:t>Prouver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68250" y="6381750"/>
            <a:ext cx="4693920" cy="7676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22"/>
              </a:lnSpc>
            </a:pPr>
            <a:r>
              <a:rPr b="0" sz="1950">
                <a:solidFill>
                  <a:srgbClr val="4A4A55"/>
                </a:solidFill>
                <a:latin typeface="Manrope Medium"/>
              </a:rPr>
              <a:t>Décrivez cette étape en deux ou trois lignes.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presentation-07-thank-yo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3143250"/>
            <a:ext cx="10668000" cy="1866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700"/>
              </a:lnSpc>
            </a:pPr>
            <a:r>
              <a:rPr b="1" sz="15000" spc="-450">
                <a:solidFill>
                  <a:srgbClr val="FFFFFF"/>
                </a:solidFill>
                <a:latin typeface="Syne"/>
              </a:rPr>
              <a:t>Merci.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5334000"/>
            <a:ext cx="8534400" cy="1428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rtl="1"/>
            <a:r>
              <a:rPr b="1" sz="9000">
                <a:solidFill>
                  <a:srgbClr val="D2FF5A"/>
                </a:solidFill>
                <a:latin typeface="Readex Pro"/>
                <a:cs typeface="Readex Pro"/>
              </a:rPr>
              <a:t>شكراً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7810500"/>
            <a:ext cx="14935200" cy="3866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45"/>
              </a:lnSpc>
            </a:pPr>
            <a:r>
              <a:rPr b="0" sz="2100">
                <a:solidFill>
                  <a:srgbClr val="FFFFFF"/>
                </a:solidFill>
                <a:latin typeface="Manrope Medium"/>
              </a:rPr>
              <a:t>Prénom Nom · hello@bayna.agency · +213 (0) 555 00 00 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